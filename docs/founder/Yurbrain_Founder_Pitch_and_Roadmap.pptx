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Derived from uploaded concept transcripts: Your Brain App Concept; Personal Information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Derived from uploaded concept transcripts: Personal Information Management; Yurbrain free think pt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UR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solidFill>
              <a:srgbClr val="F7F6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Yurbrain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647395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6828C"/>
                </a:solidFill>
              </a:rPr>
              <a:t>Founder pitch + roadmap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02920"/>
            <a:ext cx="3474720" cy="3474720"/>
          </a:xfrm>
          <a:prstGeom prst="arc">
            <a:avLst/>
          </a:prstGeom>
          <a:solidFill>
            <a:srgbClr val="F7F6F2">
              <a:alpha val="0"/>
            </a:srgbClr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932688"/>
            <a:ext cx="512064" cy="512064"/>
          </a:xfrm>
          <a:prstGeom prst="ellipse">
            <a:avLst/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1170432"/>
            <a:ext cx="713232" cy="713232"/>
          </a:xfrm>
          <a:prstGeom prst="ellipse">
            <a:avLst/>
          </a:prstGeom>
          <a:solidFill>
            <a:srgbClr val="E7F0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914400"/>
            <a:ext cx="530352" cy="530352"/>
          </a:xfrm>
          <a:prstGeom prst="ellipse">
            <a:avLst/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8128" y="2029968"/>
            <a:ext cx="621792" cy="621792"/>
          </a:xfrm>
          <a:prstGeom prst="ellipse">
            <a:avLst/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13648" y="1993392"/>
            <a:ext cx="694944" cy="694944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54896" y="2633472"/>
            <a:ext cx="530352" cy="530352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88720"/>
            <a:ext cx="1042416" cy="338328"/>
          </a:xfrm>
          <a:prstGeom prst="line">
            <a:avLst/>
          </a:prstGeom>
          <a:noFill/>
          <a:ln w="12700">
            <a:solidFill>
              <a:srgbClr val="BFD3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5208" y="1527048"/>
            <a:ext cx="841248" cy="-329184"/>
          </a:xfrm>
          <a:prstGeom prst="line">
            <a:avLst/>
          </a:prstGeom>
          <a:noFill/>
          <a:ln w="12700">
            <a:solidFill>
              <a:srgbClr val="BFD3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9488" y="1673352"/>
            <a:ext cx="694944" cy="640080"/>
          </a:xfrm>
          <a:prstGeom prst="line">
            <a:avLst/>
          </a:prstGeom>
          <a:noFill/>
          <a:ln w="12700">
            <a:solidFill>
              <a:srgbClr val="BFD3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2340864"/>
            <a:ext cx="758952" cy="493776"/>
          </a:xfrm>
          <a:prstGeom prst="line">
            <a:avLst/>
          </a:prstGeom>
          <a:noFill/>
          <a:ln w="12700">
            <a:solidFill>
              <a:srgbClr val="BFD3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24544" y="2240280"/>
            <a:ext cx="731520" cy="-566928"/>
          </a:xfrm>
          <a:prstGeom prst="line">
            <a:avLst/>
          </a:prstGeom>
          <a:noFill/>
          <a:ln w="12700">
            <a:solidFill>
              <a:srgbClr val="BFD3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9326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Yurbrain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1645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23A"/>
                </a:solidFill>
              </a:rPr>
              <a:t>A backup brain that helps users capture what matters, revisit it meaningfully, and act when ready.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" y="2697480"/>
            <a:ext cx="1463040" cy="310896"/>
          </a:xfrm>
          <a:prstGeom prst="roundRect">
            <a:avLst>
              <a:gd name="adj" fmla="val 26471"/>
            </a:avLst>
          </a:prstGeom>
          <a:solidFill>
            <a:srgbClr val="EAF3F5"/>
          </a:solidFill>
          <a:ln w="12700">
            <a:solidFill>
              <a:srgbClr val="EAF3F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249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5C"/>
                </a:solidFill>
              </a:rPr>
              <a:t>Capture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697480"/>
            <a:ext cx="1691640" cy="310896"/>
          </a:xfrm>
          <a:prstGeom prst="roundRect">
            <a:avLst>
              <a:gd name="adj" fmla="val 26471"/>
            </a:avLst>
          </a:prstGeom>
          <a:solidFill>
            <a:srgbClr val="FFF5E8"/>
          </a:solidFill>
          <a:ln w="12700">
            <a:solidFill>
              <a:srgbClr val="FFF5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7249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200"/>
                </a:solidFill>
              </a:rPr>
              <a:t>Browse + 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87952" y="2697480"/>
            <a:ext cx="1417320" cy="310896"/>
          </a:xfrm>
          <a:prstGeom prst="roundRect">
            <a:avLst>
              <a:gd name="adj" fmla="val 26471"/>
            </a:avLst>
          </a:prstGeom>
          <a:solidFill>
            <a:srgbClr val="EAF5EF"/>
          </a:solidFill>
          <a:ln w="12700">
            <a:solidFill>
              <a:srgbClr val="EAF5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7249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</a:rPr>
              <a:t>Execute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1832" y="3913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5C"/>
                </a:solidFill>
              </a:rPr>
              <a:t>Core wedge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1832" y="41605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A"/>
                </a:solidFill>
              </a:rPr>
              <a:t>Most products store or schedule thoughts. Yurbrain helps people remember that something mattered, continue thinking with it, and only then turn it into action.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problem is not just task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People forget ideas, context, and the fact that they wanted to remember something.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9848" y="1874520"/>
            <a:ext cx="3063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23A"/>
                </a:solidFill>
              </a:rPr>
              <a:t>How do you remember something that you wanted to remember?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6E"/>
                </a:solidFill>
              </a:rPr>
              <a:t>User research transcript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10328" y="1874520"/>
            <a:ext cx="3063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23A"/>
                </a:solidFill>
              </a:rPr>
              <a:t>Not everything I think of gets executed … but I don’t want to lose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27448" y="2807208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6E"/>
                </a:solidFill>
              </a:rPr>
              <a:t>User research transcript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366760" y="16916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9640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50808" y="1874520"/>
            <a:ext cx="25603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23A"/>
                </a:solidFill>
              </a:rPr>
              <a:t>There’s got to be a way to resurface this better.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67928" y="280720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6E"/>
                </a:solidFill>
              </a:rPr>
              <a:t>User research transcript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</a:rPr>
              <a:t>Examples that matter but do not fit cleanly into notes or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34747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021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gift ideas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34747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5021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future opportunities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41264" y="34747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35021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travel ideas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39319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2F6F9"/>
          </a:solidFill>
          <a:ln w="12700">
            <a:solidFill>
              <a:srgbClr val="F2F6F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9593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questions to revisit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45536" y="39319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2F6F9"/>
          </a:solidFill>
          <a:ln w="12700">
            <a:solidFill>
              <a:srgbClr val="F2F6F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5536" y="39593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beauty / shopping ideas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41264" y="39319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2F6F9"/>
          </a:solidFill>
          <a:ln w="12700">
            <a:solidFill>
              <a:srgbClr val="F2F6F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39593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interesting articles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" y="43891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2F6F9"/>
          </a:solidFill>
          <a:ln w="12700">
            <a:solidFill>
              <a:srgbClr val="F2F6F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16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family topics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45536" y="438912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F2F6F9"/>
          </a:solidFill>
          <a:ln w="12700">
            <a:solidFill>
              <a:srgbClr val="F2F6F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5536" y="4416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books to consider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49640" y="342900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6528" y="3794760"/>
            <a:ext cx="23408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tools fail because they ask users to classify too early or search too late.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everything important is a task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Yurbrain introduces memory objects that can stay alive without forcing premature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60520" y="1828800"/>
            <a:ext cx="3840480" cy="1965960"/>
          </a:xfrm>
          <a:prstGeom prst="roundRect">
            <a:avLst>
              <a:gd name="adj" fmla="val 5581"/>
            </a:avLst>
          </a:prstGeom>
          <a:solidFill>
            <a:srgbClr val="EAF3F5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0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Keep in Mind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17720" y="2743200"/>
            <a:ext cx="29260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23A"/>
                </a:solidFill>
              </a:rPr>
              <a:t>A first-class object for ideas that matter but are not ready for execution yet.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2082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Future opportunity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DE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980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Gift idea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753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Question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79408" y="187452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02082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Article to revisit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79408" y="265176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79806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Open loop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79408" y="342900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E7F0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35753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23A"/>
                </a:solidFill>
              </a:rPr>
              <a:t>Travel idea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200400" y="2139696"/>
            <a:ext cx="960120" cy="402336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907792"/>
            <a:ext cx="960120" cy="-146304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685032"/>
            <a:ext cx="960120" cy="-704088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139696"/>
            <a:ext cx="-73152" cy="402336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907792"/>
            <a:ext cx="-73152" cy="-146304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3685032"/>
            <a:ext cx="-73152" cy="-704088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5175504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9576" y="5065776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23A"/>
                </a:solidFill>
              </a:rPr>
              <a:t>Capture first, classify later.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51560" y="5358384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5248656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23A"/>
                </a:solidFill>
              </a:rPr>
              <a:t>Feed cards and comments keep ideas alive.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051560" y="5541264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9576" y="5431536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23A"/>
                </a:solidFill>
              </a:rPr>
              <a:t>Action begins only when readiness is present.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Yurbrain wins when one calm loop becomes habitual.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" y="219456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3A"/>
                </a:solidFill>
              </a:rPr>
              <a:t>Capture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50592" y="2651760"/>
            <a:ext cx="310896" cy="219456"/>
          </a:xfrm>
          <a:prstGeom prst="chevron">
            <a:avLst/>
          </a:prstGeom>
          <a:solidFill>
            <a:srgbClr val="D4DEE3"/>
          </a:solidFill>
          <a:ln w="12700">
            <a:solidFill>
              <a:srgbClr val="D4D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219456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3A"/>
                </a:solidFill>
              </a:rPr>
              <a:t>Understand / Query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35424" y="2651760"/>
            <a:ext cx="310896" cy="219456"/>
          </a:xfrm>
          <a:prstGeom prst="chevron">
            <a:avLst/>
          </a:prstGeom>
          <a:solidFill>
            <a:srgbClr val="D4DEE3"/>
          </a:solidFill>
          <a:ln w="12700">
            <a:solidFill>
              <a:srgbClr val="D4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219456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95544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3A"/>
                </a:solidFill>
              </a:rPr>
              <a:t>Browse / Comment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59168" y="2651760"/>
            <a:ext cx="310896" cy="219456"/>
          </a:xfrm>
          <a:prstGeom prst="chevron">
            <a:avLst/>
          </a:prstGeom>
          <a:solidFill>
            <a:srgbClr val="D4DEE3"/>
          </a:solidFill>
          <a:ln w="12700">
            <a:solidFill>
              <a:srgbClr val="D4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6992" y="219456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74152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3A"/>
                </a:solidFill>
              </a:rPr>
              <a:t>Plan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37776" y="2651760"/>
            <a:ext cx="310896" cy="219456"/>
          </a:xfrm>
          <a:prstGeom prst="chevron">
            <a:avLst/>
          </a:prstGeom>
          <a:solidFill>
            <a:srgbClr val="D4DEE3"/>
          </a:solidFill>
          <a:ln w="12700">
            <a:solidFill>
              <a:srgbClr val="D4D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2194560"/>
            <a:ext cx="1645920" cy="1143000"/>
          </a:xfrm>
          <a:prstGeom prst="roundRect">
            <a:avLst>
              <a:gd name="adj" fmla="val 9600"/>
            </a:avLst>
          </a:prstGeom>
          <a:solidFill>
            <a:srgbClr val="E7F0F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22408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3A"/>
                </a:solidFill>
              </a:rPr>
              <a:t>Execute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4407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5C"/>
                </a:solidFill>
              </a:rPr>
              <a:t>Learn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011680" y="3822192"/>
            <a:ext cx="8138160" cy="1325880"/>
          </a:xfrm>
          <a:prstGeom prst="arc">
            <a:avLst/>
          </a:prstGeom>
          <a:solidFill>
            <a:srgbClr val="F7F6F2">
              <a:alpha val="0"/>
            </a:srgbClr>
          </a:solidFill>
          <a:ln w="12700">
            <a:solidFill>
              <a:srgbClr val="A9C3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46817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46E"/>
                </a:solidFill>
              </a:rPr>
              <a:t>… then use events, comments, and sessions to improve resurfacing, planning, and prioritization.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" y="5486400"/>
            <a:ext cx="109728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687568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The MVP only needs to prove one thing: captured thoughts come back in context, become easier to think with, and can turn into action without friction.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product surfaces, one underlying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Explore mode is the default experience; Focus mode is always available as a structured fallback.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93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2A"/>
                </a:solidFill>
              </a:rPr>
              <a:t>Brain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2395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Capture + understand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2103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Save items, open item detail, ask questions about one item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993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2A"/>
                </a:solidFill>
              </a:rPr>
              <a:t>Focus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9040" y="2395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Browse + continue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67328" y="2761488"/>
            <a:ext cx="2103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Memory feed, comments, open loops, resume 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19088" y="178308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93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2A"/>
                </a:solidFill>
              </a:rPr>
              <a:t>Time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01968" y="2395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Plan + execute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0256" y="2761488"/>
            <a:ext cx="2103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Plans, tasks, sessions, postpone, eventually time windows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72016" y="178308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36608" y="1993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2A"/>
                </a:solidFill>
              </a:rPr>
              <a:t>Me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54896" y="23957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Reflect + personalize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73184" y="2761488"/>
            <a:ext cx="2103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Patterns, preferences, lens settings, Explore/Focus toggle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047488"/>
            <a:ext cx="1371600" cy="310896"/>
          </a:xfrm>
          <a:prstGeom prst="roundRect">
            <a:avLst>
              <a:gd name="adj" fmla="val 26471"/>
            </a:avLst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74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 mode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13432" y="5047488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E8EEF2"/>
          </a:solidFill>
          <a:ln w="12700">
            <a:solidFill>
              <a:srgbClr val="E8EEF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50749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23A"/>
                </a:solidFill>
              </a:rPr>
              <a:t>Focus mode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50657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Same objects. Same actions. Different rendering for cognitive style, device constraints, and context.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The moat is not just AI—it is continuity across 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737360" cy="384048"/>
          </a:xfrm>
          <a:prstGeom prst="rect">
            <a:avLst/>
          </a:prstGeom>
          <a:solidFill>
            <a:srgbClr val="DCEC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6916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</a:rPr>
              <a:t>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600200"/>
            <a:ext cx="1965960" cy="384048"/>
          </a:xfrm>
          <a:prstGeom prst="rect">
            <a:avLst/>
          </a:prstGeom>
          <a:solidFill>
            <a:srgbClr val="DCEC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169164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</a:rPr>
              <a:t>Notes apps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2011680" cy="384048"/>
          </a:xfrm>
          <a:prstGeom prst="rect">
            <a:avLst/>
          </a:prstGeom>
          <a:solidFill>
            <a:srgbClr val="DCEC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6916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</a:rPr>
              <a:t>Task managers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1920240" cy="384048"/>
          </a:xfrm>
          <a:prstGeom prst="rect">
            <a:avLst/>
          </a:prstGeom>
          <a:solidFill>
            <a:srgbClr val="DCEC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6916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</a:rPr>
              <a:t>Calendars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1600200"/>
            <a:ext cx="2331720" cy="384048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3064" y="1691640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Yurbrain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9842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0939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Captures ambiguous thoughts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1984248"/>
            <a:ext cx="1965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209397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984248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0939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Weak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1984248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209397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Weak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1984248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209397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Built for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2496312"/>
            <a:ext cx="17373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26060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Meaning before 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2496312"/>
            <a:ext cx="19659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6060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2496312"/>
            <a:ext cx="201168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6060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Low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2496312"/>
            <a:ext cx="192024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26060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58200" y="2496312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31352" y="26060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High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3008376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311810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Browsable memory feed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0" y="3008376"/>
            <a:ext cx="1965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33472" y="311810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26280" y="3008376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9432" y="311810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37960" y="3008376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31181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58200" y="3008376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1352" y="311810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Yes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" y="3520440"/>
            <a:ext cx="17373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" y="363016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Comments as continuation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60320" y="3520440"/>
            <a:ext cx="19659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363016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Rare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26280" y="3520440"/>
            <a:ext cx="201168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3630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Rare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37960" y="3520440"/>
            <a:ext cx="192024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11112" y="3630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58200" y="3520440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31352" y="36301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Core primitive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2960" y="4032504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" y="414223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Queryable item context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60320" y="4032504"/>
            <a:ext cx="1965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33472" y="41422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26280" y="4032504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99432" y="41422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37960" y="4032504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11112" y="41422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458200" y="4032504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31352" y="414223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Yes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22960" y="4544568"/>
            <a:ext cx="17373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Action only when ready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60320" y="4544568"/>
            <a:ext cx="196596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33472" y="465429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No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26280" y="4544568"/>
            <a:ext cx="201168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99432" y="465429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Partial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537960" y="4544568"/>
            <a:ext cx="1920240" cy="512064"/>
          </a:xfrm>
          <a:prstGeom prst="rect">
            <a:avLst/>
          </a:prstGeom>
          <a:solidFill>
            <a:srgbClr val="F9FBFC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1112" y="46542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23A"/>
                </a:solidFill>
              </a:rPr>
              <a:t>Partial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458200" y="4544568"/>
            <a:ext cx="2331720" cy="512064"/>
          </a:xfrm>
          <a:prstGeom prst="rect">
            <a:avLst/>
          </a:prstGeom>
          <a:solidFill>
            <a:srgbClr val="EEF5F7"/>
          </a:solidFill>
          <a:ln w="12700">
            <a:solidFill>
              <a:srgbClr val="E1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31352" y="465429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3A"/>
                </a:solidFill>
              </a:rPr>
              <a:t>Yes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68680" y="512064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</a:rPr>
              <a:t>A note app stores. A task manager schedules. Yurbrain remembers, resurfaces, and helps a thought mature.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prove the loop, not the whole universe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The first version should make one user journey feel inevitable.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" y="1938528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7FBFD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1396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</a:rPr>
              <a:t>1. Capture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5256" y="2578608"/>
            <a:ext cx="166420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Share a link, note, or voice memo into Yurbrain.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2990088"/>
            <a:ext cx="164592" cy="256032"/>
          </a:xfrm>
          <a:prstGeom prst="chevron">
            <a:avLst/>
          </a:prstGeom>
          <a:solidFill>
            <a:srgbClr val="C9D7DD"/>
          </a:solidFill>
          <a:ln w="12700">
            <a:solidFill>
              <a:srgbClr val="C9D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9232" y="1938528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8E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1396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</a:rPr>
              <a:t>2. Resurface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54680" y="2578608"/>
            <a:ext cx="166420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See it later in Focus as a useful card with context.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38344" y="2990088"/>
            <a:ext cx="164592" cy="256032"/>
          </a:xfrm>
          <a:prstGeom prst="chevron">
            <a:avLst/>
          </a:prstGeom>
          <a:solidFill>
            <a:srgbClr val="C9D7DD"/>
          </a:solidFill>
          <a:ln w="12700">
            <a:solidFill>
              <a:srgbClr val="C9D7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8656" y="1938528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7FBFD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1396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</a:rPr>
              <a:t>3. Continue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04104" y="2578608"/>
            <a:ext cx="166420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Add a comment or ask AI what matters.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87768" y="2990088"/>
            <a:ext cx="164592" cy="256032"/>
          </a:xfrm>
          <a:prstGeom prst="chevron">
            <a:avLst/>
          </a:prstGeom>
          <a:solidFill>
            <a:srgbClr val="C9D7DD"/>
          </a:solidFill>
          <a:ln w="12700">
            <a:solidFill>
              <a:srgbClr val="C9D7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938528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8E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21396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</a:rPr>
              <a:t>4. Convert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53528" y="2578608"/>
            <a:ext cx="166420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Turn the item or comment into a lightweight plan.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37192" y="2990088"/>
            <a:ext cx="164592" cy="256032"/>
          </a:xfrm>
          <a:prstGeom prst="chevron">
            <a:avLst/>
          </a:prstGeom>
          <a:solidFill>
            <a:srgbClr val="C9D7DD"/>
          </a:solidFill>
          <a:ln w="12700">
            <a:solidFill>
              <a:srgbClr val="C9D7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7504" y="1938528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7FBFD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1396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</a:rPr>
              <a:t>5. Act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2952" y="2578608"/>
            <a:ext cx="166420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Start one task and finish one session.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20240" y="5074920"/>
            <a:ext cx="8366760" cy="658368"/>
          </a:xfrm>
          <a:prstGeom prst="roundRect">
            <a:avLst>
              <a:gd name="adj" fmla="val 555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527608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Magic moment: “I saved it, saw it again in a useful way, and moved it forward without rebuilding context.”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wedge and target users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Start where the pain is sharpest and the habit can form fastest.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05740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</a:rPr>
              <a:t>Executive-function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542032"/>
            <a:ext cx="277063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Need help with re-entry, time blindness, and “remembering to remember.”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78308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205740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</a:rPr>
              <a:t>Idea collectors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2542032"/>
            <a:ext cx="277063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Save lots of articles, opportunities, and sparks without acting immediately.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78308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205740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</a:rPr>
              <a:t>Busy professionals / parents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49640" y="2542032"/>
            <a:ext cx="277063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Need low-friction continuity across obligations, questions, and future plans.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4069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</a:rPr>
              <a:t>Recommended launch language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315968"/>
            <a:ext cx="107442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599432"/>
            <a:ext cx="101955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Yurbrain helps people capture what matters, find it again before it fades, and move it forward when ready. It is a calmer, more human alternative to dumping everything into notes, tasks, tabs, and reminders.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that compounds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The product gets smarter because events, comments, and sessions all feed the same object model.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6675120" cy="713232"/>
          </a:xfrm>
          <a:prstGeom prst="roundRect">
            <a:avLst>
              <a:gd name="adj" fmla="val 5128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8379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</a:rPr>
              <a:t>Objects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97480" y="182880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4323A"/>
                </a:solidFill>
              </a:rPr>
              <a:t>Brain items · feed cards · comments · plans · tasks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1051560" y="2569464"/>
            <a:ext cx="6675120" cy="713232"/>
          </a:xfrm>
          <a:prstGeom prst="roundRect">
            <a:avLst>
              <a:gd name="adj" fmla="val 5128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807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</a:rPr>
              <a:t>Services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79806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4323A"/>
                </a:solidFill>
              </a:rPr>
              <a:t>Brain · Understanding · Memory · Planning · Execution · Insights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051560" y="3538728"/>
            <a:ext cx="6675120" cy="713232"/>
          </a:xfrm>
          <a:prstGeom prst="roundRect">
            <a:avLst>
              <a:gd name="adj" fmla="val 5128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776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</a:rPr>
              <a:t>AI capabilities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767328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4323A"/>
                </a:solidFill>
              </a:rPr>
              <a:t>Summarize · classify · relate · decompose · reflect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051560" y="4507992"/>
            <a:ext cx="6675120" cy="713232"/>
          </a:xfrm>
          <a:prstGeom prst="roundRect">
            <a:avLst>
              <a:gd name="adj" fmla="val 5128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47457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</a:rPr>
              <a:t>Event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4736592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4323A"/>
                </a:solidFill>
              </a:rPr>
              <a:t>Every capture, comment, query, conversion, and session updates future resurfacing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275320" y="1810512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85632" y="2029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5C"/>
                </a:solidFill>
              </a:rPr>
              <a:t>Moat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85632" y="2596896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248716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History-rich object 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85632" y="2944368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283464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User-specific memory patterns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85632" y="3291840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318211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Comments as thinking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85632" y="3639312"/>
            <a:ext cx="54864" cy="548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352958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3A"/>
                </a:solidFill>
              </a:rPr>
              <a:t>Dual-mode Explore / Focus UX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5559552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A"/>
                </a:solidFill>
              </a:rPr>
              <a:t>This is why Yurbrain should not be built as a collection of isolated tools. The value comes from compounding continuity.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Sequence the product from calm utility to durable intelligence.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013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80360" y="164592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1801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</a:rPr>
              <a:t>Loop proof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38928" y="1645920"/>
            <a:ext cx="59893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77393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Capture, item detail, optional summary, feed, comments, Plan This, sessions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51460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14B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80360" y="251460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6700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</a:rPr>
              <a:t>Sense-making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38928" y="2514600"/>
            <a:ext cx="59893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64261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Item chat, feed lenses, related items, open loops, smarter why-shown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38328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387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80360" y="338328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35387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</a:rPr>
              <a:t>Adaptive execution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38928" y="3383280"/>
            <a:ext cx="59893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351129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Time windows, postpone / rebalance, resume context, better planning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425196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14B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407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80360" y="425196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44074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</a:rPr>
              <a:t>Explore mode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138928" y="4251960"/>
            <a:ext cx="59893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437997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Spatial browsing, clusters, drag-and-drop grouping, richer visual memory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512064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0F4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2760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80360" y="512064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52760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</a:rPr>
              <a:t>Personal cognitive OS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38928" y="5120640"/>
            <a:ext cx="59893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524865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Patterns, cleanup, timing profile, memory graph, long-term continuity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should look like early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E"/>
                </a:solidFill>
              </a:rPr>
              <a:t>Measure habit formation, continuation, and conversion—not just raw capture volume.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41248" y="17830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A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2A"/>
                </a:solidFill>
              </a:rPr>
              <a:t>Capture → resurface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Did we bring saved items back meaningfully?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6744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2A"/>
                </a:solidFill>
              </a:rPr>
              <a:t>Resurface → continue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685032" y="23957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Did users comment, query, or keep thinking?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A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2A"/>
                </a:solidFill>
              </a:rPr>
              <a:t>Continue → convert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364224" y="23957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Did memory become plans or tasks?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78824" y="17830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2E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2A"/>
                </a:solidFill>
              </a:rPr>
              <a:t>Convert → complete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043416" y="23957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23A"/>
                </a:solidFill>
              </a:rPr>
              <a:t>Did action happen with low friction?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3657600"/>
            <a:ext cx="10332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886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</a:rPr>
              <a:t>First 30 days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4187952"/>
            <a:ext cx="38404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Week 1: app shell + capture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Week 2: item detail + feed + comments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Week 3: item chat + Plan This + sessions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Week 4: lenses + why-shown + instrumentation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6440" y="3886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200"/>
                </a:solidFill>
              </a:rPr>
              <a:t>Do not build yet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4187952"/>
            <a:ext cx="36576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Full spatial canvas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Advanced calendar sync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Deep reflection engine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Heavy AI media generation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23A"/>
                </a:solidFill>
              </a:rPr>
              <a:t>Collaboration workflows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32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Yurbrain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" y="162763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A backup brain that helps people capture what matters, find it again before it fades, and move it forward when ready.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2971800"/>
            <a:ext cx="621792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3310128"/>
            <a:ext cx="5623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sharpest next move is to build and test the calm loop: capture → resurfacing → continuation → conversion.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0" y="1024128"/>
            <a:ext cx="585216" cy="585216"/>
          </a:xfrm>
          <a:prstGeom prst="ellipse">
            <a:avLst/>
          </a:prstGeom>
          <a:solidFill>
            <a:srgbClr val="EAF3F5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1719072"/>
            <a:ext cx="420624" cy="420624"/>
          </a:xfrm>
          <a:prstGeom prst="ellipse">
            <a:avLst/>
          </a:prstGeom>
          <a:solidFill>
            <a:srgbClr val="FDEDDD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1552" y="1078992"/>
            <a:ext cx="512064" cy="512064"/>
          </a:xfrm>
          <a:prstGeom prst="ellipse">
            <a:avLst/>
          </a:prstGeom>
          <a:solidFill>
            <a:srgbClr val="FFF5E8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2395728"/>
            <a:ext cx="621792" cy="621792"/>
          </a:xfrm>
          <a:prstGeom prst="ellipse">
            <a:avLst/>
          </a:prstGeom>
          <a:solidFill>
            <a:srgbClr val="EAF5E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768" y="2761488"/>
            <a:ext cx="475488" cy="475488"/>
          </a:xfrm>
          <a:prstGeom prst="ellipse">
            <a:avLst/>
          </a:prstGeom>
          <a:solidFill>
            <a:srgbClr val="F2EE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08592" y="3703320"/>
            <a:ext cx="694944" cy="694944"/>
          </a:xfrm>
          <a:prstGeom prst="ellipse">
            <a:avLst/>
          </a:prstGeom>
          <a:solidFill>
            <a:srgbClr val="E7F0F9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1316736"/>
            <a:ext cx="877824" cy="603504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36608" y="1929384"/>
            <a:ext cx="1024128" cy="77724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68512" y="2999232"/>
            <a:ext cx="987552" cy="896112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0032" y="1901952"/>
            <a:ext cx="987552" cy="-566928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1316736"/>
            <a:ext cx="146304" cy="1682496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669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C"/>
                </a:solidFill>
              </a:rPr>
              <a:t>Pitch + roadmap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29260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682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Yurbrain Founder Pitch + Roadmap</dc:title>
  <dc:subject>Yurbrain Founder Pitch and Roadmap</dc:subject>
  <dc:creator>OpenAI</dc:creator>
  <cp:lastModifiedBy>OpenAI</cp:lastModifiedBy>
  <cp:revision>1</cp:revision>
  <dcterms:created xsi:type="dcterms:W3CDTF">2026-04-09T17:21:49Z</dcterms:created>
  <dcterms:modified xsi:type="dcterms:W3CDTF">2026-04-09T17:21:49Z</dcterms:modified>
</cp:coreProperties>
</file>